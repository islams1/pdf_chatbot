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Islam Sherif: AI Engineer &amp; Data Scientist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Specializing in machine learning and deep learning solutions.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 &amp;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Machine Learning: Supervised/Unsupervised, CNN, RNN, Transformers.</a:t>
            </a:r>
          </a:p>
          <a:p>
            <a:pPr/>
            <a:r>
              <a:t>NLP: BERT, GPT-2, QWEN, Phi, Ollama, NLTK, SpaCy.</a:t>
            </a:r>
          </a:p>
          <a:p>
            <a:pPr/>
            <a:r>
              <a:t>Programming: Python (PyTorch, TensorFlow), C++, SQL, Docker, Git.</a:t>
            </a:r>
          </a:p>
          <a:p>
            <a:pPr/>
            <a:r>
              <a:t>Computer Vision: OpenCV, Image Processing, Medical Imaging (DICOM).</a:t>
            </a:r>
          </a:p>
          <a:p>
            <a:pPr/>
            <a:r>
              <a:t>Data Engineering: ETL/ELT, Preprocessing, Feature Engineering.</a:t>
            </a:r>
          </a:p>
          <a:p>
            <a:pPr/>
            <a:r>
              <a:t>Certifications: IBM Data Science, Machine Learning (NTI).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Prompt Engineer (Outlier): Designed prompts for LLM training/evaluation.</a:t>
            </a:r>
          </a:p>
          <a:p>
            <a:pPr/>
            <a:r>
              <a:t>Created complex tasks, adversarial examples to identify weaknesses.</a:t>
            </a:r>
          </a:p>
          <a:p>
            <a:pPr/>
            <a:r>
              <a:t>IBM Data Scientist (DEPI): Comprehensive training in Data Science.</a:t>
            </a:r>
          </a:p>
          <a:p>
            <a:pPr/>
            <a:r>
              <a:t>Applied skills in real-world projects, extracted meaningful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Projects &amp; Research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Brain Tumor Segmentation: AI web platform, CycleGAN, CNN, nnU-Net V2.</a:t>
            </a:r>
          </a:p>
          <a:p>
            <a:pPr/>
            <a:r>
              <a:t>NeuroVista: Led team, CNN for brain tumor detection.</a:t>
            </a:r>
          </a:p>
          <a:p>
            <a:pPr/>
            <a:r>
              <a:t>Sentiment Analysis API: Built RESTful API using transformers.</a:t>
            </a:r>
          </a:p>
          <a:p>
            <a:pPr/>
            <a:r>
              <a:t>Diabetes Detection: Developed Random Forest model for risk prediction.</a:t>
            </a:r>
          </a:p>
          <a:p>
            <a:pPr/>
            <a:r>
              <a:t>Automated DICOM file handling for streamlined clinical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&amp; Core Competencies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Bachelor of Science in Computer Science (2025) - Modern Academy.</a:t>
            </a:r>
          </a:p>
          <a:p>
            <a:pPr/>
            <a:r>
              <a:t>Leadership, Communication, Teamwork &amp; Collaboration.</a:t>
            </a:r>
          </a:p>
          <a:p>
            <a:pPr/>
            <a:r>
              <a:t>Problem Solving, Presentation, Emotional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